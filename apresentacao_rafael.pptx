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0"/>
            <a:ext cx="2743200" cy="27432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Guimaraens Souza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de Dados &amp; Machine Learning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291840" cy="38404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33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Estudante · CEUB · 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432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9377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Skills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1323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Brasília, DF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Profissional  |  rafael@email.com  |  Brasília, DF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0B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MIM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389120" cy="3474720"/>
          </a:xfrm>
          <a:prstGeom prst="rect">
            <a:avLst/>
          </a:prstGeom>
          <a:solidFill>
            <a:srgbClr val="0F0B2C"/>
          </a:solidFill>
          <a:ln w="12700">
            <a:solidFill>
              <a:srgbClr val="0F0B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Guimaraens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Souza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anos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Brasília, DF — Brasil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5570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CEUB · 1º Semestre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8679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Inglês Intermediário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178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 Teoria Musical Avançada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Estudante apaixonado por dados, estatística e a interseção entre tecnologia e negócios. Busco transformar dados brutos em decisões inteligentes.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Combino rigor analítico com habilidades de comunicação para apresentar insights de forma clara e impactante.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3337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7490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Perfeccionismo na medida certa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40050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🔭 Curiosidade pelo novo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42611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Visão de negócio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45171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Storytelling &amp; Comunicação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Guimaraens Souza  |  Ciência de Dados &amp; ML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SKILLS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Intermediário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840480" cy="12801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2304288" cy="12801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 Avançada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Intermediário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3840480" cy="12801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23160"/>
            <a:ext cx="2496312" cy="12801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Estatística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Intermediário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3840480" cy="12801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337560"/>
            <a:ext cx="2112264" cy="12801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Inglês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Intermediário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251960"/>
            <a:ext cx="3840480" cy="12801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251960"/>
            <a:ext cx="2112264" cy="12801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Teoria Musical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Avançado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1508760"/>
            <a:ext cx="3840480" cy="12801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1508760"/>
            <a:ext cx="3264408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Iniciante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423160"/>
            <a:ext cx="3840480" cy="12801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2423160"/>
            <a:ext cx="960120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Iniciante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337560"/>
            <a:ext cx="3840480" cy="12801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3337560"/>
            <a:ext cx="960120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Guimaraens Souza  |  Ciência de Dados &amp; ML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0B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SKILLS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Perfeccionismo na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0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 certa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sem paralisar a entrega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188720"/>
            <a:ext cx="54864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53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18105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Adaptabilidade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Fácil ajuste a novos contextos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188720"/>
            <a:ext cx="54864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353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18105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em grupo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0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Liderança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Colaboração e iniciativa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71800"/>
            <a:ext cx="54864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36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🔭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35935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Curiosidade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0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novo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constante por aprendizado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971800"/>
            <a:ext cx="54864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136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37560" y="35935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de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0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negócio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conectados à estratégia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2971800"/>
            <a:ext cx="54864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136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72200" y="35935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0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Storytelling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apresentados com clareza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Guimaraens Souza  |  Ciência de Dados &amp; ML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500" kern="0" dirty="0">
                <a:solidFill>
                  <a:srgbClr val="0F0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&amp; CERTIFICAÇÕES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1280160"/>
            <a:ext cx="0" cy="3291840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87552" y="1344168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143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— Presente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de Dados &amp; Machine Learning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737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CEUB · 1º Semestre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19933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Estatística · Python · Álgebra Linear · Intro 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87552" y="2487168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 2025 · 20h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Intensivo de Cálculo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880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 de Brasília (UnB)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31363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Limites, derivadas e aplicações práticas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87552" y="3630168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 2024 · 8h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304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Python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023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 Treinamentos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42793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Python e análise de dados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1188720"/>
            <a:ext cx="1920240" cy="338328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4630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evoluição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27432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curso 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passo 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 ao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Guimaraens Souza  |  Ciência de Dados &amp; ML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conversar?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Aberto a estágios, projetos e colaborações na área de dados e tecnologia.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93192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rafael@email.com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93192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20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LOCALIZAÇÃO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Brasília, DF — Brasil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697480"/>
            <a:ext cx="393192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CEUB · Ciência de Dados &amp; ML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520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IDIOMAS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920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 (nativo) · Inglês (inter.)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Rafael Guimaraens Souza  |  Ciência de Dados &amp; Machine Learning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Portfólio Profissional</dc:title>
  <dc:subject>PptxGenJS Presentation</dc:subject>
  <dc:creator>Rafael Guimaraens Souza</dc:creator>
  <cp:lastModifiedBy>Rafael Guimaraens Souza</cp:lastModifiedBy>
  <cp:revision>1</cp:revision>
  <dcterms:created xsi:type="dcterms:W3CDTF">2026-04-10T11:12:13Z</dcterms:created>
  <dcterms:modified xsi:type="dcterms:W3CDTF">2026-04-10T11:12:13Z</dcterms:modified>
</cp:coreProperties>
</file>